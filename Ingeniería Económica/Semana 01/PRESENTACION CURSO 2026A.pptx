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5" r:id="rId1"/>
  </p:sldMasterIdLst>
  <p:notesMasterIdLst>
    <p:notesMasterId r:id="rId8"/>
  </p:notesMasterIdLst>
  <p:sldIdLst>
    <p:sldId id="256" r:id="rId2"/>
    <p:sldId id="398" r:id="rId3"/>
    <p:sldId id="388" r:id="rId4"/>
    <p:sldId id="399" r:id="rId5"/>
    <p:sldId id="400" r:id="rId6"/>
    <p:sldId id="40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4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4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ia Marcela Diaz Cortes" userId="d590793b-8793-4826-99b4-0ad8ea0965dd" providerId="ADAL" clId="{933B856D-B802-4F4D-9652-63D72EBA5031}"/>
    <pc:docChg chg="custSel delSld modSld">
      <pc:chgData name="Nubia Marcela Diaz Cortes" userId="d590793b-8793-4826-99b4-0ad8ea0965dd" providerId="ADAL" clId="{933B856D-B802-4F4D-9652-63D72EBA5031}" dt="2022-08-09T23:23:08.825" v="91" actId="20577"/>
      <pc:docMkLst>
        <pc:docMk/>
      </pc:docMkLst>
      <pc:sldChg chg="modSp mod">
        <pc:chgData name="Nubia Marcela Diaz Cortes" userId="d590793b-8793-4826-99b4-0ad8ea0965dd" providerId="ADAL" clId="{933B856D-B802-4F4D-9652-63D72EBA5031}" dt="2022-08-09T23:19:48.338" v="5" actId="255"/>
        <pc:sldMkLst>
          <pc:docMk/>
          <pc:sldMk cId="2761700511" sldId="256"/>
        </pc:sldMkLst>
        <pc:spChg chg="mod">
          <ac:chgData name="Nubia Marcela Diaz Cortes" userId="d590793b-8793-4826-99b4-0ad8ea0965dd" providerId="ADAL" clId="{933B856D-B802-4F4D-9652-63D72EBA5031}" dt="2022-08-09T23:19:48.338" v="5" actId="255"/>
          <ac:spMkLst>
            <pc:docMk/>
            <pc:sldMk cId="2761700511" sldId="256"/>
            <ac:spMk id="2" creationId="{00000000-0000-0000-0000-000000000000}"/>
          </ac:spMkLst>
        </pc:spChg>
        <pc:spChg chg="mod">
          <ac:chgData name="Nubia Marcela Diaz Cortes" userId="d590793b-8793-4826-99b4-0ad8ea0965dd" providerId="ADAL" clId="{933B856D-B802-4F4D-9652-63D72EBA5031}" dt="2022-08-09T23:19:41.554" v="3" actId="20577"/>
          <ac:spMkLst>
            <pc:docMk/>
            <pc:sldMk cId="2761700511" sldId="256"/>
            <ac:spMk id="6" creationId="{00000000-0000-0000-0000-000000000000}"/>
          </ac:spMkLst>
        </pc:spChg>
      </pc:sldChg>
      <pc:sldChg chg="addSp delSp modSp mod">
        <pc:chgData name="Nubia Marcela Diaz Cortes" userId="d590793b-8793-4826-99b4-0ad8ea0965dd" providerId="ADAL" clId="{933B856D-B802-4F4D-9652-63D72EBA5031}" dt="2022-08-09T23:20:09.836" v="8" actId="14100"/>
        <pc:sldMkLst>
          <pc:docMk/>
          <pc:sldMk cId="3269455488" sldId="386"/>
        </pc:sldMkLst>
        <pc:picChg chg="del">
          <ac:chgData name="Nubia Marcela Diaz Cortes" userId="d590793b-8793-4826-99b4-0ad8ea0965dd" providerId="ADAL" clId="{933B856D-B802-4F4D-9652-63D72EBA5031}" dt="2022-08-09T23:19:53.343" v="6" actId="478"/>
          <ac:picMkLst>
            <pc:docMk/>
            <pc:sldMk cId="3269455488" sldId="386"/>
            <ac:picMk id="3" creationId="{CDF8F79F-AF9E-410E-8590-2C04378DB0E8}"/>
          </ac:picMkLst>
        </pc:picChg>
        <pc:picChg chg="add mod">
          <ac:chgData name="Nubia Marcela Diaz Cortes" userId="d590793b-8793-4826-99b4-0ad8ea0965dd" providerId="ADAL" clId="{933B856D-B802-4F4D-9652-63D72EBA5031}" dt="2022-08-09T23:20:09.836" v="8" actId="14100"/>
          <ac:picMkLst>
            <pc:docMk/>
            <pc:sldMk cId="3269455488" sldId="386"/>
            <ac:picMk id="5" creationId="{9B0B3FE4-0E92-402F-85F1-06F009AD72E3}"/>
          </ac:picMkLst>
        </pc:picChg>
      </pc:sldChg>
      <pc:sldChg chg="modSp mod">
        <pc:chgData name="Nubia Marcela Diaz Cortes" userId="d590793b-8793-4826-99b4-0ad8ea0965dd" providerId="ADAL" clId="{933B856D-B802-4F4D-9652-63D72EBA5031}" dt="2022-08-09T23:20:28.258" v="11" actId="255"/>
        <pc:sldMkLst>
          <pc:docMk/>
          <pc:sldMk cId="782548018" sldId="388"/>
        </pc:sldMkLst>
        <pc:spChg chg="mod">
          <ac:chgData name="Nubia Marcela Diaz Cortes" userId="d590793b-8793-4826-99b4-0ad8ea0965dd" providerId="ADAL" clId="{933B856D-B802-4F4D-9652-63D72EBA5031}" dt="2022-08-09T23:20:28.258" v="11" actId="255"/>
          <ac:spMkLst>
            <pc:docMk/>
            <pc:sldMk cId="782548018" sldId="388"/>
            <ac:spMk id="3" creationId="{00000000-0000-0000-0000-000000000000}"/>
          </ac:spMkLst>
        </pc:spChg>
      </pc:sldChg>
      <pc:sldChg chg="modSp mod">
        <pc:chgData name="Nubia Marcela Diaz Cortes" userId="d590793b-8793-4826-99b4-0ad8ea0965dd" providerId="ADAL" clId="{933B856D-B802-4F4D-9652-63D72EBA5031}" dt="2022-08-09T23:20:42.407" v="13"/>
        <pc:sldMkLst>
          <pc:docMk/>
          <pc:sldMk cId="1059967536" sldId="389"/>
        </pc:sldMkLst>
        <pc:spChg chg="mod">
          <ac:chgData name="Nubia Marcela Diaz Cortes" userId="d590793b-8793-4826-99b4-0ad8ea0965dd" providerId="ADAL" clId="{933B856D-B802-4F4D-9652-63D72EBA5031}" dt="2022-08-09T23:20:42.407" v="13"/>
          <ac:spMkLst>
            <pc:docMk/>
            <pc:sldMk cId="1059967536" sldId="389"/>
            <ac:spMk id="3" creationId="{00000000-0000-0000-0000-000000000000}"/>
          </ac:spMkLst>
        </pc:spChg>
      </pc:sldChg>
      <pc:sldChg chg="del">
        <pc:chgData name="Nubia Marcela Diaz Cortes" userId="d590793b-8793-4826-99b4-0ad8ea0965dd" providerId="ADAL" clId="{933B856D-B802-4F4D-9652-63D72EBA5031}" dt="2022-08-09T23:21:10.325" v="14" actId="2696"/>
        <pc:sldMkLst>
          <pc:docMk/>
          <pc:sldMk cId="3698222729" sldId="390"/>
        </pc:sldMkLst>
      </pc:sldChg>
      <pc:sldChg chg="addSp delSp modSp mod">
        <pc:chgData name="Nubia Marcela Diaz Cortes" userId="d590793b-8793-4826-99b4-0ad8ea0965dd" providerId="ADAL" clId="{933B856D-B802-4F4D-9652-63D72EBA5031}" dt="2022-08-09T23:22:14.032" v="24" actId="27636"/>
        <pc:sldMkLst>
          <pc:docMk/>
          <pc:sldMk cId="514868058" sldId="392"/>
        </pc:sldMkLst>
        <pc:spChg chg="mod">
          <ac:chgData name="Nubia Marcela Diaz Cortes" userId="d590793b-8793-4826-99b4-0ad8ea0965dd" providerId="ADAL" clId="{933B856D-B802-4F4D-9652-63D72EBA5031}" dt="2022-08-09T23:22:14.032" v="24" actId="27636"/>
          <ac:spMkLst>
            <pc:docMk/>
            <pc:sldMk cId="514868058" sldId="392"/>
            <ac:spMk id="7" creationId="{03317EAA-523D-4D2E-85BE-B7F387D8F005}"/>
          </ac:spMkLst>
        </pc:spChg>
        <pc:picChg chg="del">
          <ac:chgData name="Nubia Marcela Diaz Cortes" userId="d590793b-8793-4826-99b4-0ad8ea0965dd" providerId="ADAL" clId="{933B856D-B802-4F4D-9652-63D72EBA5031}" dt="2022-08-09T23:21:26.762" v="15" actId="478"/>
          <ac:picMkLst>
            <pc:docMk/>
            <pc:sldMk cId="514868058" sldId="392"/>
            <ac:picMk id="4" creationId="{3A7465E5-07B7-4BE4-A76E-F3F6251B4820}"/>
          </ac:picMkLst>
        </pc:picChg>
        <pc:picChg chg="add mod">
          <ac:chgData name="Nubia Marcela Diaz Cortes" userId="d590793b-8793-4826-99b4-0ad8ea0965dd" providerId="ADAL" clId="{933B856D-B802-4F4D-9652-63D72EBA5031}" dt="2022-08-09T23:22:06.681" v="22" actId="1076"/>
          <ac:picMkLst>
            <pc:docMk/>
            <pc:sldMk cId="514868058" sldId="392"/>
            <ac:picMk id="6" creationId="{C9AE0CEC-D00C-4C93-BF40-2A9F9D8AC11C}"/>
          </ac:picMkLst>
        </pc:picChg>
      </pc:sldChg>
      <pc:sldChg chg="del">
        <pc:chgData name="Nubia Marcela Diaz Cortes" userId="d590793b-8793-4826-99b4-0ad8ea0965dd" providerId="ADAL" clId="{933B856D-B802-4F4D-9652-63D72EBA5031}" dt="2022-08-09T23:22:26.598" v="25" actId="47"/>
        <pc:sldMkLst>
          <pc:docMk/>
          <pc:sldMk cId="3748507273" sldId="393"/>
        </pc:sldMkLst>
      </pc:sldChg>
      <pc:sldChg chg="modSp mod">
        <pc:chgData name="Nubia Marcela Diaz Cortes" userId="d590793b-8793-4826-99b4-0ad8ea0965dd" providerId="ADAL" clId="{933B856D-B802-4F4D-9652-63D72EBA5031}" dt="2022-08-09T23:22:45.197" v="62" actId="20577"/>
        <pc:sldMkLst>
          <pc:docMk/>
          <pc:sldMk cId="4166636017" sldId="394"/>
        </pc:sldMkLst>
        <pc:spChg chg="mod">
          <ac:chgData name="Nubia Marcela Diaz Cortes" userId="d590793b-8793-4826-99b4-0ad8ea0965dd" providerId="ADAL" clId="{933B856D-B802-4F4D-9652-63D72EBA5031}" dt="2022-08-09T23:22:45.197" v="62" actId="20577"/>
          <ac:spMkLst>
            <pc:docMk/>
            <pc:sldMk cId="4166636017" sldId="394"/>
            <ac:spMk id="3" creationId="{00000000-0000-0000-0000-000000000000}"/>
          </ac:spMkLst>
        </pc:spChg>
      </pc:sldChg>
      <pc:sldChg chg="modSp mod">
        <pc:chgData name="Nubia Marcela Diaz Cortes" userId="d590793b-8793-4826-99b4-0ad8ea0965dd" providerId="ADAL" clId="{933B856D-B802-4F4D-9652-63D72EBA5031}" dt="2022-08-09T23:23:08.825" v="91" actId="20577"/>
        <pc:sldMkLst>
          <pc:docMk/>
          <pc:sldMk cId="3931629582" sldId="395"/>
        </pc:sldMkLst>
        <pc:spChg chg="mod">
          <ac:chgData name="Nubia Marcela Diaz Cortes" userId="d590793b-8793-4826-99b4-0ad8ea0965dd" providerId="ADAL" clId="{933B856D-B802-4F4D-9652-63D72EBA5031}" dt="2022-08-09T23:23:08.825" v="91" actId="20577"/>
          <ac:spMkLst>
            <pc:docMk/>
            <pc:sldMk cId="3931629582" sldId="395"/>
            <ac:spMk id="3" creationId="{00000000-0000-0000-0000-000000000000}"/>
          </ac:spMkLst>
        </pc:spChg>
      </pc:sldChg>
    </pc:docChg>
  </pc:docChgLst>
  <pc:docChgLst>
    <pc:chgData name="Nubia Marcela Diaz Cortes" userId="d590793b-8793-4826-99b4-0ad8ea0965dd" providerId="ADAL" clId="{08144C63-AB4F-49E7-9994-2B4543093FE0}"/>
    <pc:docChg chg="undo custSel modSld">
      <pc:chgData name="Nubia Marcela Diaz Cortes" userId="d590793b-8793-4826-99b4-0ad8ea0965dd" providerId="ADAL" clId="{08144C63-AB4F-49E7-9994-2B4543093FE0}" dt="2023-02-12T22:31:27.275" v="6" actId="21"/>
      <pc:docMkLst>
        <pc:docMk/>
      </pc:docMkLst>
      <pc:sldChg chg="modSp mod">
        <pc:chgData name="Nubia Marcela Diaz Cortes" userId="d590793b-8793-4826-99b4-0ad8ea0965dd" providerId="ADAL" clId="{08144C63-AB4F-49E7-9994-2B4543093FE0}" dt="2023-02-07T18:59:11.686" v="3" actId="20577"/>
        <pc:sldMkLst>
          <pc:docMk/>
          <pc:sldMk cId="2761700511" sldId="256"/>
        </pc:sldMkLst>
        <pc:spChg chg="mod">
          <ac:chgData name="Nubia Marcela Diaz Cortes" userId="d590793b-8793-4826-99b4-0ad8ea0965dd" providerId="ADAL" clId="{08144C63-AB4F-49E7-9994-2B4543093FE0}" dt="2023-02-07T18:59:11.686" v="3" actId="20577"/>
          <ac:spMkLst>
            <pc:docMk/>
            <pc:sldMk cId="2761700511" sldId="256"/>
            <ac:spMk id="6" creationId="{00000000-0000-0000-0000-000000000000}"/>
          </ac:spMkLst>
        </pc:spChg>
      </pc:sldChg>
      <pc:sldChg chg="modSp mod">
        <pc:chgData name="Nubia Marcela Diaz Cortes" userId="d590793b-8793-4826-99b4-0ad8ea0965dd" providerId="ADAL" clId="{08144C63-AB4F-49E7-9994-2B4543093FE0}" dt="2023-02-12T22:31:27.275" v="6" actId="21"/>
        <pc:sldMkLst>
          <pc:docMk/>
          <pc:sldMk cId="4005129425" sldId="391"/>
        </pc:sldMkLst>
        <pc:graphicFrameChg chg="modGraphic">
          <ac:chgData name="Nubia Marcela Diaz Cortes" userId="d590793b-8793-4826-99b4-0ad8ea0965dd" providerId="ADAL" clId="{08144C63-AB4F-49E7-9994-2B4543093FE0}" dt="2023-02-12T22:31:27.275" v="6" actId="21"/>
          <ac:graphicFrameMkLst>
            <pc:docMk/>
            <pc:sldMk cId="4005129425" sldId="391"/>
            <ac:graphicFrameMk id="4" creationId="{00000000-0000-0000-0000-000000000000}"/>
          </ac:graphicFrameMkLst>
        </pc:graphicFrameChg>
      </pc:sldChg>
    </pc:docChg>
  </pc:docChgLst>
  <pc:docChgLst>
    <pc:chgData name="Nubia Marcela Diaz Cortes" userId="d590793b-8793-4826-99b4-0ad8ea0965dd" providerId="ADAL" clId="{5A2606DA-E698-4CF3-B4D6-6134D03C3679}"/>
    <pc:docChg chg="modSld">
      <pc:chgData name="Nubia Marcela Diaz Cortes" userId="d590793b-8793-4826-99b4-0ad8ea0965dd" providerId="ADAL" clId="{5A2606DA-E698-4CF3-B4D6-6134D03C3679}" dt="2021-08-08T23:47:34.628" v="1" actId="20577"/>
      <pc:docMkLst>
        <pc:docMk/>
      </pc:docMkLst>
      <pc:sldChg chg="modSp">
        <pc:chgData name="Nubia Marcela Diaz Cortes" userId="d590793b-8793-4826-99b4-0ad8ea0965dd" providerId="ADAL" clId="{5A2606DA-E698-4CF3-B4D6-6134D03C3679}" dt="2021-08-08T23:47:34.628" v="1" actId="20577"/>
        <pc:sldMkLst>
          <pc:docMk/>
          <pc:sldMk cId="4166636017" sldId="394"/>
        </pc:sldMkLst>
        <pc:spChg chg="mod">
          <ac:chgData name="Nubia Marcela Diaz Cortes" userId="d590793b-8793-4826-99b4-0ad8ea0965dd" providerId="ADAL" clId="{5A2606DA-E698-4CF3-B4D6-6134D03C3679}" dt="2021-08-08T23:47:34.628" v="1" actId="20577"/>
          <ac:spMkLst>
            <pc:docMk/>
            <pc:sldMk cId="4166636017" sldId="394"/>
            <ac:spMk id="3" creationId="{00000000-0000-0000-0000-000000000000}"/>
          </ac:spMkLst>
        </pc:spChg>
      </pc:sldChg>
    </pc:docChg>
  </pc:docChgLst>
  <pc:docChgLst>
    <pc:chgData name="Nubia Marcela Diaz Cortes" userId="d590793b-8793-4826-99b4-0ad8ea0965dd" providerId="ADAL" clId="{35E881C5-E12C-4B3A-808C-9B255F0A94B9}"/>
    <pc:docChg chg="undo custSel delSld modSld">
      <pc:chgData name="Nubia Marcela Diaz Cortes" userId="d590793b-8793-4826-99b4-0ad8ea0965dd" providerId="ADAL" clId="{35E881C5-E12C-4B3A-808C-9B255F0A94B9}" dt="2021-08-08T23:36:39.857" v="47" actId="2696"/>
      <pc:docMkLst>
        <pc:docMk/>
      </pc:docMkLst>
      <pc:sldChg chg="modSp">
        <pc:chgData name="Nubia Marcela Diaz Cortes" userId="d590793b-8793-4826-99b4-0ad8ea0965dd" providerId="ADAL" clId="{35E881C5-E12C-4B3A-808C-9B255F0A94B9}" dt="2021-08-08T23:33:29.363" v="3" actId="20577"/>
        <pc:sldMkLst>
          <pc:docMk/>
          <pc:sldMk cId="2761700511" sldId="256"/>
        </pc:sldMkLst>
        <pc:spChg chg="mod">
          <ac:chgData name="Nubia Marcela Diaz Cortes" userId="d590793b-8793-4826-99b4-0ad8ea0965dd" providerId="ADAL" clId="{35E881C5-E12C-4B3A-808C-9B255F0A94B9}" dt="2021-08-08T23:33:29.363" v="3" actId="20577"/>
          <ac:spMkLst>
            <pc:docMk/>
            <pc:sldMk cId="2761700511" sldId="256"/>
            <ac:spMk id="6" creationId="{00000000-0000-0000-0000-000000000000}"/>
          </ac:spMkLst>
        </pc:spChg>
      </pc:sldChg>
      <pc:sldChg chg="addSp delSp">
        <pc:chgData name="Nubia Marcela Diaz Cortes" userId="d590793b-8793-4826-99b4-0ad8ea0965dd" providerId="ADAL" clId="{35E881C5-E12C-4B3A-808C-9B255F0A94B9}" dt="2021-08-08T23:33:48.744" v="5"/>
        <pc:sldMkLst>
          <pc:docMk/>
          <pc:sldMk cId="3269455488" sldId="386"/>
        </pc:sldMkLst>
        <pc:picChg chg="add">
          <ac:chgData name="Nubia Marcela Diaz Cortes" userId="d590793b-8793-4826-99b4-0ad8ea0965dd" providerId="ADAL" clId="{35E881C5-E12C-4B3A-808C-9B255F0A94B9}" dt="2021-08-08T23:33:48.744" v="5"/>
          <ac:picMkLst>
            <pc:docMk/>
            <pc:sldMk cId="3269455488" sldId="386"/>
            <ac:picMk id="3" creationId="{CDF8F79F-AF9E-410E-8590-2C04378DB0E8}"/>
          </ac:picMkLst>
        </pc:picChg>
        <pc:picChg chg="del">
          <ac:chgData name="Nubia Marcela Diaz Cortes" userId="d590793b-8793-4826-99b4-0ad8ea0965dd" providerId="ADAL" clId="{35E881C5-E12C-4B3A-808C-9B255F0A94B9}" dt="2021-08-08T23:33:37.683" v="4" actId="478"/>
          <ac:picMkLst>
            <pc:docMk/>
            <pc:sldMk cId="3269455488" sldId="386"/>
            <ac:picMk id="4" creationId="{EE8DBC15-00D8-4F20-BA11-46151DC95B6A}"/>
          </ac:picMkLst>
        </pc:picChg>
      </pc:sldChg>
      <pc:sldChg chg="addSp delSp modSp">
        <pc:chgData name="Nubia Marcela Diaz Cortes" userId="d590793b-8793-4826-99b4-0ad8ea0965dd" providerId="ADAL" clId="{35E881C5-E12C-4B3A-808C-9B255F0A94B9}" dt="2021-08-08T23:35:09.804" v="9" actId="14100"/>
        <pc:sldMkLst>
          <pc:docMk/>
          <pc:sldMk cId="514868058" sldId="392"/>
        </pc:sldMkLst>
        <pc:picChg chg="add mod">
          <ac:chgData name="Nubia Marcela Diaz Cortes" userId="d590793b-8793-4826-99b4-0ad8ea0965dd" providerId="ADAL" clId="{35E881C5-E12C-4B3A-808C-9B255F0A94B9}" dt="2021-08-08T23:35:09.804" v="9" actId="14100"/>
          <ac:picMkLst>
            <pc:docMk/>
            <pc:sldMk cId="514868058" sldId="392"/>
            <ac:picMk id="3" creationId="{C5F2B249-54C8-4C7F-8A7E-EA52B043117C}"/>
          </ac:picMkLst>
        </pc:picChg>
        <pc:picChg chg="del">
          <ac:chgData name="Nubia Marcela Diaz Cortes" userId="d590793b-8793-4826-99b4-0ad8ea0965dd" providerId="ADAL" clId="{35E881C5-E12C-4B3A-808C-9B255F0A94B9}" dt="2021-08-08T23:34:47.355" v="6" actId="478"/>
          <ac:picMkLst>
            <pc:docMk/>
            <pc:sldMk cId="514868058" sldId="392"/>
            <ac:picMk id="7" creationId="{B1509B54-5C50-4420-80DE-3FD258B0AAA4}"/>
          </ac:picMkLst>
        </pc:picChg>
      </pc:sldChg>
      <pc:sldChg chg="modSp">
        <pc:chgData name="Nubia Marcela Diaz Cortes" userId="d590793b-8793-4826-99b4-0ad8ea0965dd" providerId="ADAL" clId="{35E881C5-E12C-4B3A-808C-9B255F0A94B9}" dt="2021-08-08T23:36:07.367" v="44" actId="5793"/>
        <pc:sldMkLst>
          <pc:docMk/>
          <pc:sldMk cId="4166636017" sldId="394"/>
        </pc:sldMkLst>
        <pc:spChg chg="mod">
          <ac:chgData name="Nubia Marcela Diaz Cortes" userId="d590793b-8793-4826-99b4-0ad8ea0965dd" providerId="ADAL" clId="{35E881C5-E12C-4B3A-808C-9B255F0A94B9}" dt="2021-08-08T23:36:07.367" v="44" actId="5793"/>
          <ac:spMkLst>
            <pc:docMk/>
            <pc:sldMk cId="4166636017" sldId="394"/>
            <ac:spMk id="3" creationId="{00000000-0000-0000-0000-000000000000}"/>
          </ac:spMkLst>
        </pc:spChg>
      </pc:sldChg>
      <pc:sldChg chg="del">
        <pc:chgData name="Nubia Marcela Diaz Cortes" userId="d590793b-8793-4826-99b4-0ad8ea0965dd" providerId="ADAL" clId="{35E881C5-E12C-4B3A-808C-9B255F0A94B9}" dt="2021-08-08T23:36:39.857" v="47" actId="2696"/>
        <pc:sldMkLst>
          <pc:docMk/>
          <pc:sldMk cId="2306212837" sldId="435"/>
        </pc:sldMkLst>
      </pc:sldChg>
      <pc:sldChg chg="del">
        <pc:chgData name="Nubia Marcela Diaz Cortes" userId="d590793b-8793-4826-99b4-0ad8ea0965dd" providerId="ADAL" clId="{35E881C5-E12C-4B3A-808C-9B255F0A94B9}" dt="2021-08-08T23:36:37.916" v="46" actId="2696"/>
        <pc:sldMkLst>
          <pc:docMk/>
          <pc:sldMk cId="2724576543" sldId="437"/>
        </pc:sldMkLst>
      </pc:sldChg>
      <pc:sldChg chg="del">
        <pc:chgData name="Nubia Marcela Diaz Cortes" userId="d590793b-8793-4826-99b4-0ad8ea0965dd" providerId="ADAL" clId="{35E881C5-E12C-4B3A-808C-9B255F0A94B9}" dt="2021-08-08T23:36:36.054" v="45" actId="2696"/>
        <pc:sldMkLst>
          <pc:docMk/>
          <pc:sldMk cId="4177942696" sldId="438"/>
        </pc:sldMkLst>
      </pc:sldChg>
    </pc:docChg>
  </pc:docChgLst>
  <pc:docChgLst>
    <pc:chgData name="Nubia Marcela Diaz Cortes" userId="d590793b-8793-4826-99b4-0ad8ea0965dd" providerId="ADAL" clId="{787D32F2-0285-4E7F-8348-92632B3F5C06}"/>
    <pc:docChg chg="custSel delSld modSld">
      <pc:chgData name="Nubia Marcela Diaz Cortes" userId="d590793b-8793-4826-99b4-0ad8ea0965dd" providerId="ADAL" clId="{787D32F2-0285-4E7F-8348-92632B3F5C06}" dt="2024-02-06T23:01:09.537" v="4" actId="33524"/>
      <pc:docMkLst>
        <pc:docMk/>
      </pc:docMkLst>
      <pc:sldChg chg="modSp mod">
        <pc:chgData name="Nubia Marcela Diaz Cortes" userId="d590793b-8793-4826-99b4-0ad8ea0965dd" providerId="ADAL" clId="{787D32F2-0285-4E7F-8348-92632B3F5C06}" dt="2024-02-06T23:00:56.116" v="2" actId="6549"/>
        <pc:sldMkLst>
          <pc:docMk/>
          <pc:sldMk cId="2761700511" sldId="256"/>
        </pc:sldMkLst>
        <pc:spChg chg="mod">
          <ac:chgData name="Nubia Marcela Diaz Cortes" userId="d590793b-8793-4826-99b4-0ad8ea0965dd" providerId="ADAL" clId="{787D32F2-0285-4E7F-8348-92632B3F5C06}" dt="2024-02-06T23:00:56.116" v="2" actId="6549"/>
          <ac:spMkLst>
            <pc:docMk/>
            <pc:sldMk cId="2761700511" sldId="256"/>
            <ac:spMk id="2" creationId="{00000000-0000-0000-0000-000000000000}"/>
          </ac:spMkLst>
        </pc:spChg>
        <pc:spChg chg="mod">
          <ac:chgData name="Nubia Marcela Diaz Cortes" userId="d590793b-8793-4826-99b4-0ad8ea0965dd" providerId="ADAL" clId="{787D32F2-0285-4E7F-8348-92632B3F5C06}" dt="2024-02-06T23:00:48.345" v="1" actId="20577"/>
          <ac:spMkLst>
            <pc:docMk/>
            <pc:sldMk cId="2761700511" sldId="256"/>
            <ac:spMk id="6" creationId="{00000000-0000-0000-0000-000000000000}"/>
          </ac:spMkLst>
        </pc:spChg>
      </pc:sldChg>
      <pc:sldChg chg="del">
        <pc:chgData name="Nubia Marcela Diaz Cortes" userId="d590793b-8793-4826-99b4-0ad8ea0965dd" providerId="ADAL" clId="{787D32F2-0285-4E7F-8348-92632B3F5C06}" dt="2024-02-06T23:01:01.961" v="3" actId="47"/>
        <pc:sldMkLst>
          <pc:docMk/>
          <pc:sldMk cId="3269455488" sldId="386"/>
        </pc:sldMkLst>
      </pc:sldChg>
      <pc:sldChg chg="modSp mod">
        <pc:chgData name="Nubia Marcela Diaz Cortes" userId="d590793b-8793-4826-99b4-0ad8ea0965dd" providerId="ADAL" clId="{787D32F2-0285-4E7F-8348-92632B3F5C06}" dt="2024-02-06T23:01:09.537" v="4" actId="33524"/>
        <pc:sldMkLst>
          <pc:docMk/>
          <pc:sldMk cId="782548018" sldId="388"/>
        </pc:sldMkLst>
        <pc:spChg chg="mod">
          <ac:chgData name="Nubia Marcela Diaz Cortes" userId="d590793b-8793-4826-99b4-0ad8ea0965dd" providerId="ADAL" clId="{787D32F2-0285-4E7F-8348-92632B3F5C06}" dt="2024-02-06T23:01:09.537" v="4" actId="33524"/>
          <ac:spMkLst>
            <pc:docMk/>
            <pc:sldMk cId="782548018" sldId="38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92029-8966-446F-B9A2-B6FEB44885C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161DA-A565-472C-B121-8688D549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3458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r>
              <a:rPr lang="es-CO"/>
              <a:t>VACACIONAL CONTROL Y ASEGURAMIENTO DE LA CALIDAD</a:t>
            </a:r>
          </a:p>
          <a:p>
            <a:r>
              <a:rPr lang="es-CO" sz="800"/>
              <a:t>PERIODO B – 2014 – SESION I</a:t>
            </a:r>
          </a:p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1899173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4691558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8243961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3749207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1773543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9261505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Vacacional aseguramiento y control de la calidad </a:t>
            </a:r>
          </a:p>
          <a:p>
            <a:r>
              <a:rPr lang="es-CO"/>
              <a:t>I sesión </a:t>
            </a:r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0107955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4115603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6924223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VACACIONAL CONTROL Y ASEGURAMIENTO DE LA CALIDAD</a:t>
            </a:r>
          </a:p>
          <a:p>
            <a:r>
              <a:rPr lang="es-CO" sz="1100"/>
              <a:t>PERIODO B – 2014 – SESION I</a:t>
            </a:r>
            <a:endParaRPr lang="es-CO" sz="11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738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VACACIONAL CONTROL Y ASEGURAMIENTO DE LA CALIDAD</a:t>
            </a:r>
          </a:p>
          <a:p>
            <a:r>
              <a:rPr lang="es-CO" sz="1100"/>
              <a:t>PERIODO B – 2014 – SESION I</a:t>
            </a:r>
            <a:endParaRPr lang="es-CO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2743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VACACIONAL CONTROL Y ASEGURAMIENTO DE LA CALIDAD</a:t>
            </a:r>
          </a:p>
          <a:p>
            <a:r>
              <a:rPr lang="es-CO" sz="1100"/>
              <a:t>PERIODO B – 2014 – SESION I</a:t>
            </a:r>
            <a:endParaRPr lang="es-CO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013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VACACIONAL CONTROL Y ASEGURAMIENTO DE LA CALIDAD</a:t>
            </a:r>
          </a:p>
          <a:p>
            <a:r>
              <a:rPr lang="es-CO" sz="1100"/>
              <a:t>PERIODO B – 2014 – SESION I</a:t>
            </a:r>
            <a:endParaRPr lang="es-CO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139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VACACIONAL CONTROL Y ASEGURAMIENTO DE LA CALIDAD</a:t>
            </a:r>
          </a:p>
          <a:p>
            <a:r>
              <a:rPr lang="es-CO" sz="1100"/>
              <a:t>PERIODO B – 2014 – SESION I</a:t>
            </a:r>
            <a:endParaRPr lang="es-CO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225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VACACIONAL CONTROL Y ASEGURAMIENTO DE LA CALIDAD</a:t>
            </a:r>
          </a:p>
          <a:p>
            <a:r>
              <a:rPr lang="es-CO" sz="1100"/>
              <a:t>PERIODO B – 2014 – SESION I</a:t>
            </a:r>
            <a:endParaRPr lang="es-CO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2800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6585331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7706242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47EF03E-62FB-449B-BF01-EE7AA9BF4799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s-CO"/>
              <a:t>VACACIONAL CONTROL Y ASEGURAMIENTO DE LA CALIDAD</a:t>
            </a:r>
          </a:p>
          <a:p>
            <a:r>
              <a:rPr lang="es-CO" sz="1100"/>
              <a:t>PERIODO B – 2014 – SESION I</a:t>
            </a:r>
            <a:endParaRPr lang="es-CO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891129-ABF5-4410-839B-92F44BAF62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636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  <p:sldLayoutId id="2147484039" r:id="rId14"/>
    <p:sldLayoutId id="2147484040" r:id="rId15"/>
    <p:sldLayoutId id="2147484041" r:id="rId16"/>
    <p:sldLayoutId id="2147484042" r:id="rId17"/>
  </p:sldLayoutIdLst>
  <p:transition spd="slow">
    <p:randomBar dir="vert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anos ancianas con algunas monedas">
            <a:extLst>
              <a:ext uri="{FF2B5EF4-FFF2-40B4-BE49-F238E27FC236}">
                <a16:creationId xmlns:a16="http://schemas.microsoft.com/office/drawing/2014/main" id="{C2BA711B-03C9-CBE5-3351-BB037F130D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96300" y="1380068"/>
            <a:ext cx="6430967" cy="2616199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es-CO" sz="2600" dirty="0"/>
            </a:br>
            <a:br>
              <a:rPr lang="es-CO" sz="2600" dirty="0"/>
            </a:br>
            <a:br>
              <a:rPr lang="es-CO" sz="2600" dirty="0"/>
            </a:br>
            <a:br>
              <a:rPr lang="es-CO" sz="2600" dirty="0"/>
            </a:br>
            <a:br>
              <a:rPr lang="es-CO" sz="2600" dirty="0"/>
            </a:br>
            <a:br>
              <a:rPr lang="es-CO" sz="2600" dirty="0"/>
            </a:br>
            <a:r>
              <a:rPr lang="es-CO" sz="2600" dirty="0"/>
              <a:t>INGENIERÍA ECONÓMICA</a:t>
            </a:r>
            <a:endParaRPr lang="es-CO" sz="2600" b="1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791416" y="4023783"/>
            <a:ext cx="5240734" cy="1388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PERIODO A - 2026 </a:t>
            </a:r>
          </a:p>
          <a:p>
            <a:pPr>
              <a:spcAft>
                <a:spcPts val="600"/>
              </a:spcAft>
            </a:pPr>
            <a:endParaRPr lang="es-CO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CO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BIENVENIDOS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EF779-83DD-4EB0-9F4C-7304381A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72C8C0C-10E0-4305-95B6-F0A11F0AD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30ACEC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ED6F480D-2F2A-4E97-B196-39B35C4BF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ysClr val="windowText" lastClr="000000">
                <a:lumMod val="65000"/>
                <a:lumOff val="35000"/>
              </a:sys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5ACA5CB-4926-4AA1-8B0D-0A8C294D3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FC1EC6E-AED1-4539-B157-05226499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30ACEC">
                <a:lumMod val="50000"/>
              </a:srgb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5C22045-92BD-4CA1-A655-5ADD00283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ACEC">
                <a:lumMod val="75000"/>
              </a:srgb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130A56D-449A-4985-94CD-B749D51FF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76170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537184" y="0"/>
            <a:ext cx="84177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307393" y="0"/>
            <a:ext cx="8382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537184" y="5286375"/>
            <a:ext cx="1597819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307393" y="5238750"/>
            <a:ext cx="1271588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7538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AB892D-45D5-9D52-F6D7-4EE9605394D0}"/>
              </a:ext>
            </a:extLst>
          </p:cNvPr>
          <p:cNvSpPr txBox="1"/>
          <p:nvPr/>
        </p:nvSpPr>
        <p:spPr>
          <a:xfrm>
            <a:off x="519776" y="1023257"/>
            <a:ext cx="4476386" cy="4767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A6DE57-D02F-9B2A-9EEE-A1D9D5ADCB55}"/>
              </a:ext>
            </a:extLst>
          </p:cNvPr>
          <p:cNvSpPr txBox="1"/>
          <p:nvPr/>
        </p:nvSpPr>
        <p:spPr>
          <a:xfrm>
            <a:off x="-114366" y="549833"/>
            <a:ext cx="5651550" cy="548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El curso de Ingeniería Económica capacita a futuros ingenieros para realizar análisis económico-financieros, fundamentales en el diseño y evaluación de proyectos sostenibles. A través del estudio de la rentabilidad, costos, beneficios, y gestión de riesgos, los estudiantes adquieren herramientas para tomar decisiones estratégicas en un entorno de cambio regulatorio y económico. Esto les permite desarrollar proyectos que no solo sean técnicamente viables, sino también económicamente sólidos y socialmente responsables.</a:t>
            </a:r>
            <a:endParaRPr lang="es-CO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50913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2276" y="1261872"/>
            <a:ext cx="2359152" cy="43342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100" b="1"/>
              <a:t>Objetivo General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E76C9C4-C47C-2676-5EB4-B2EC003F19B9}"/>
              </a:ext>
            </a:extLst>
          </p:cNvPr>
          <p:cNvSpPr txBox="1"/>
          <p:nvPr/>
        </p:nvSpPr>
        <p:spPr>
          <a:xfrm>
            <a:off x="3755949" y="1261873"/>
            <a:ext cx="4463259" cy="4449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0CE521-D45F-255E-3FC1-4225CCD185A4}"/>
              </a:ext>
            </a:extLst>
          </p:cNvPr>
          <p:cNvSpPr txBox="1"/>
          <p:nvPr/>
        </p:nvSpPr>
        <p:spPr>
          <a:xfrm>
            <a:off x="3769252" y="1484322"/>
            <a:ext cx="45637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just">
              <a:buNone/>
            </a:pPr>
            <a:r>
              <a:rPr lang="es-ES" sz="2400" i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Desarrollar en los estudiantes de Ingeniería las competencias necesarias para aplicar principios de ingeniería económica en la evaluación, diseño y gestión de proyectos de energía renovable, considerando tanto la viabilidad técnica como la sostenibilidad económica y social</a:t>
            </a:r>
            <a:r>
              <a:rPr lang="es-ES" sz="240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s-CO" sz="2400" i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548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D826A-DCEB-3C77-289B-77CF0D3A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48502A-3CCE-E055-FEA2-149CB092B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560519-2E82-48DE-5648-799E48B43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37CD40D-06E5-F17B-80EC-89ACC743B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932468A-33A6-0B4A-3215-A9861495B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1C01B75-C575-25A2-35FE-C8DFBD83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E3B1F5E4-7C4D-6110-DDEB-F9BC1A5D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988415A-A424-7F85-DD00-0EEE4A435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BC58F979-734E-8CC5-7636-92F4FF69E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FFDD1A1-FEF7-1225-E759-6967280A8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CE8680CA-4B82-0A63-424D-F7671F18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95" y="1261872"/>
            <a:ext cx="2688433" cy="43342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dirty="0" err="1"/>
              <a:t>Objetivos</a:t>
            </a:r>
            <a:r>
              <a:rPr lang="en-US" sz="3100" b="1" dirty="0"/>
              <a:t> </a:t>
            </a:r>
            <a:r>
              <a:rPr lang="en-US" sz="3100" b="1" dirty="0" err="1"/>
              <a:t>Especificos</a:t>
            </a:r>
            <a:r>
              <a:rPr lang="en-US" sz="3100" b="1" dirty="0"/>
              <a:t>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19B6AB-E498-0A86-0BD5-DF2F700BD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48334EE-6711-E43F-34C9-5032C5DD3FDD}"/>
              </a:ext>
            </a:extLst>
          </p:cNvPr>
          <p:cNvSpPr txBox="1"/>
          <p:nvPr/>
        </p:nvSpPr>
        <p:spPr>
          <a:xfrm>
            <a:off x="3755949" y="1261873"/>
            <a:ext cx="4463259" cy="4449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96DF50-4E67-836D-474B-95214482CA09}"/>
              </a:ext>
            </a:extLst>
          </p:cNvPr>
          <p:cNvSpPr txBox="1"/>
          <p:nvPr/>
        </p:nvSpPr>
        <p:spPr>
          <a:xfrm>
            <a:off x="3490721" y="557881"/>
            <a:ext cx="548189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⮚	●	Capacitar a los estudiantes en el uso de herramientas de análisis económico-financiero, como el análisis de costos, beneficios y flujos de caja, para evaluar la rentabilidad de proyectos de energías renovables.</a:t>
            </a:r>
          </a:p>
          <a:p>
            <a:endParaRPr lang="es-MX" sz="2000" dirty="0"/>
          </a:p>
          <a:p>
            <a:r>
              <a:rPr lang="es-MX" sz="2000" dirty="0"/>
              <a:t>●	Desarrollar habilidades en la identificación y gestión de riesgos financieros asociados a proyectos de energías renovables, incluyendo el impacto de variables macroeconómicas, cambios regulatorios y fiscales.</a:t>
            </a:r>
          </a:p>
          <a:p>
            <a:endParaRPr lang="es-MX" sz="2000" dirty="0"/>
          </a:p>
          <a:p>
            <a:r>
              <a:rPr lang="es-MX" sz="2000" dirty="0"/>
              <a:t>●	Fomentar la capacidad de aplicar criterios de sostenibilidad y responsabilidad social en la toma de decisiones económicas, para diseñar proyectos que generen beneficios a largo plazo para la sociedad y el medio ambiente</a:t>
            </a:r>
          </a:p>
          <a:p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326904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59EC4-0325-A7D7-4ACA-3EB2BA41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75B157A-751A-4B3B-84E6-DAD66F659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BC8EF01-693C-48AC-85A7-E9DECBCDB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DCE19-50EA-40A6-B3FD-F9E1428EC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D9779685-78AD-4FDC-B564-5CBB8ACE9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D23942F2-754F-44B1-B568-D445FBF76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7E35955-774E-46C4-8A1C-AB1A0CB30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72DFC3FC-F4F4-4ACF-A597-4713DB600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F89BD807-BC67-40FF-8A0C-C7BA2CD2C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734F9891-918B-4907-B215-68406A700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38704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BE42DBE-98BB-40FC-9C91-3BCB67F83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7ADB4691-135D-6DC8-CE64-D56AF6326292}"/>
              </a:ext>
            </a:extLst>
          </p:cNvPr>
          <p:cNvSpPr txBox="1"/>
          <p:nvPr/>
        </p:nvSpPr>
        <p:spPr>
          <a:xfrm>
            <a:off x="3755949" y="1261873"/>
            <a:ext cx="4463259" cy="4449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42F2FEB-44D1-5C89-EF0E-6F731D68BEAF}"/>
              </a:ext>
            </a:extLst>
          </p:cNvPr>
          <p:cNvSpPr txBox="1">
            <a:spLocks/>
          </p:cNvSpPr>
          <p:nvPr/>
        </p:nvSpPr>
        <p:spPr>
          <a:xfrm>
            <a:off x="235425" y="336376"/>
            <a:ext cx="8598090" cy="125954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sz="3600" b="1">
                <a:latin typeface="Arial" panose="020B0604020202020204" pitchFamily="34" charset="0"/>
                <a:cs typeface="Arial" panose="020B0604020202020204" pitchFamily="34" charset="0"/>
              </a:rPr>
              <a:t>ESTRATEGIAS Y PLANIFICACION METODOLOGICA</a:t>
            </a:r>
            <a:endParaRPr lang="es-CO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071CA5E3-1589-5BEA-F5B8-62C396396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338620"/>
              </p:ext>
            </p:extLst>
          </p:nvPr>
        </p:nvGraphicFramePr>
        <p:xfrm>
          <a:off x="266132" y="1541329"/>
          <a:ext cx="8577617" cy="4449421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73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4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Actividad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Descripcion de la Actividad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Trabajo del Estudiante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Desarrollo de los contenidos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teóricos y procedimentales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</a:rPr>
                        <a:t>Orientadas al conocimiento, la comprensión de metodologías principios y problemas de un campo de conocimiento y práctica profesional, mediante procesos de recepción activos</a:t>
                      </a:r>
                      <a:endParaRPr lang="es-CO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</a:rPr>
                        <a:t>Debe asistir preparado con lecturas previamente establecidas para participar y exponer inquietudes, se genera información para que el estudiante realice actividades de auto aprendizaje  basado en el fundamento expuesto en la clase.</a:t>
                      </a:r>
                      <a:endParaRPr lang="es-CO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Estudio Individual Dirigido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</a:rPr>
                        <a:t>Se utiliza para el aprendizaje de teorías, conceptos, métodos y técnicas. </a:t>
                      </a:r>
                      <a:endParaRPr lang="es-CO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</a:rPr>
                        <a:t>Procesar y elaborar de manera individual trabajo escritos </a:t>
                      </a:r>
                      <a:endParaRPr lang="es-CO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8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Resolución de Talleres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</a:rPr>
                        <a:t>Esta didáctica aporta al logro del saber hacer y del saber ser  a través de del aprendizaje cooperativo (grupos de trabajo)</a:t>
                      </a:r>
                      <a:endParaRPr lang="es-CO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</a:rPr>
                        <a:t>Desarrollar lo talleres y presentar conclusiones </a:t>
                      </a:r>
                      <a:endParaRPr lang="es-CO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4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600">
                          <a:solidFill>
                            <a:schemeClr val="tx1"/>
                          </a:solidFill>
                          <a:effectLst/>
                        </a:rPr>
                        <a:t>Realización de Exámenes oficiales.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</a:rPr>
                        <a:t>Se realizaran pruebas escritas de tipo individual sobre los contenidos teóricos – prácticos abordados en la asignatura. </a:t>
                      </a:r>
                      <a:endParaRPr lang="es-CO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</a:rPr>
                        <a:t>Realización de pruebas de control escritas. </a:t>
                      </a:r>
                      <a:endParaRPr lang="es-CO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41" marR="3424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054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6E722-9DBD-7E2E-080C-D0AF9892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pic>
        <p:nvPicPr>
          <p:cNvPr id="51" name="Picture 50" descr="Mano sosteniendo un bolígrafo sombreando un número en una hoja">
            <a:extLst>
              <a:ext uri="{FF2B5EF4-FFF2-40B4-BE49-F238E27FC236}">
                <a16:creationId xmlns:a16="http://schemas.microsoft.com/office/drawing/2014/main" id="{667E0E93-5FAC-7A9F-C4D0-CF2239A0E6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89F05441-9798-3DD8-CE9D-91A748A4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9" y="266702"/>
            <a:ext cx="7667621" cy="8800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/>
              <a:t>CRITERIOS DE EVALUACIÓN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A3EF779-83DD-4EB0-9F4C-7304381A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64" name="Freeform 6">
              <a:extLst>
                <a:ext uri="{FF2B5EF4-FFF2-40B4-BE49-F238E27FC236}">
                  <a16:creationId xmlns:a16="http://schemas.microsoft.com/office/drawing/2014/main" id="{772C8C0C-10E0-4305-95B6-F0A11F0AD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30ACEC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5" name="Freeform 7">
              <a:extLst>
                <a:ext uri="{FF2B5EF4-FFF2-40B4-BE49-F238E27FC236}">
                  <a16:creationId xmlns:a16="http://schemas.microsoft.com/office/drawing/2014/main" id="{ED6F480D-2F2A-4E97-B196-39B35C4BF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ysClr val="windowText" lastClr="000000">
                <a:lumMod val="65000"/>
                <a:lumOff val="35000"/>
              </a:sys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9">
              <a:extLst>
                <a:ext uri="{FF2B5EF4-FFF2-40B4-BE49-F238E27FC236}">
                  <a16:creationId xmlns:a16="http://schemas.microsoft.com/office/drawing/2014/main" id="{65ACA5CB-4926-4AA1-8B0D-0A8C294D3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Freeform 10">
              <a:extLst>
                <a:ext uri="{FF2B5EF4-FFF2-40B4-BE49-F238E27FC236}">
                  <a16:creationId xmlns:a16="http://schemas.microsoft.com/office/drawing/2014/main" id="{1FC1EC6E-AED1-4539-B157-05226499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30ACEC">
                <a:lumMod val="50000"/>
              </a:srgb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8" name="Freeform 11">
              <a:extLst>
                <a:ext uri="{FF2B5EF4-FFF2-40B4-BE49-F238E27FC236}">
                  <a16:creationId xmlns:a16="http://schemas.microsoft.com/office/drawing/2014/main" id="{F5C22045-92BD-4CA1-A655-5ADD00283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ACEC">
                <a:lumMod val="75000"/>
              </a:srgb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9" name="Freeform 12">
              <a:extLst>
                <a:ext uri="{FF2B5EF4-FFF2-40B4-BE49-F238E27FC236}">
                  <a16:creationId xmlns:a16="http://schemas.microsoft.com/office/drawing/2014/main" id="{F130A56D-449A-4985-94CD-B749D51FF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6A9D39DD-6E73-942B-A8D4-1CFB1430E187}"/>
              </a:ext>
            </a:extLst>
          </p:cNvPr>
          <p:cNvSpPr txBox="1"/>
          <p:nvPr/>
        </p:nvSpPr>
        <p:spPr>
          <a:xfrm>
            <a:off x="3755949" y="1261873"/>
            <a:ext cx="4463259" cy="4449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B45EF6E-554E-B369-5001-BD19FCBDD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388227"/>
              </p:ext>
            </p:extLst>
          </p:nvPr>
        </p:nvGraphicFramePr>
        <p:xfrm>
          <a:off x="409576" y="1413398"/>
          <a:ext cx="8416977" cy="3937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6057">
                  <a:extLst>
                    <a:ext uri="{9D8B030D-6E8A-4147-A177-3AD203B41FA5}">
                      <a16:colId xmlns:a16="http://schemas.microsoft.com/office/drawing/2014/main" val="449231906"/>
                    </a:ext>
                  </a:extLst>
                </a:gridCol>
                <a:gridCol w="3195460">
                  <a:extLst>
                    <a:ext uri="{9D8B030D-6E8A-4147-A177-3AD203B41FA5}">
                      <a16:colId xmlns:a16="http://schemas.microsoft.com/office/drawing/2014/main" val="557786493"/>
                    </a:ext>
                  </a:extLst>
                </a:gridCol>
                <a:gridCol w="3195460">
                  <a:extLst>
                    <a:ext uri="{9D8B030D-6E8A-4147-A177-3AD203B41FA5}">
                      <a16:colId xmlns:a16="http://schemas.microsoft.com/office/drawing/2014/main" val="1687896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CORTE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FECHA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%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637592"/>
                  </a:ext>
                </a:extLst>
              </a:tr>
              <a:tr h="139364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dirty="0"/>
                        <a:t>2 DE MARZO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dirty="0"/>
                        <a:t>Trabajos, talleres , exposiciones , foros =15%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dirty="0"/>
                        <a:t>Parcial 15%</a:t>
                      </a:r>
                    </a:p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1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dirty="0"/>
                        <a:t>14 ABRIL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dirty="0"/>
                        <a:t>Trabajos, talleres , exposiciones , foros =15%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dirty="0"/>
                        <a:t>Parcial 15%</a:t>
                      </a:r>
                    </a:p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33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/>
                        <a:t>25 </a:t>
                      </a:r>
                      <a:r>
                        <a:rPr lang="es-MX" dirty="0"/>
                        <a:t>MAYO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dirty="0"/>
                        <a:t>Trabajos, talleres , exposiciones , foros =20%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dirty="0"/>
                        <a:t>Parcial 20%</a:t>
                      </a:r>
                    </a:p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438496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A77DDDD9-E82B-58B4-775B-4817D7BF15FE}"/>
              </a:ext>
            </a:extLst>
          </p:cNvPr>
          <p:cNvSpPr txBox="1"/>
          <p:nvPr/>
        </p:nvSpPr>
        <p:spPr>
          <a:xfrm>
            <a:off x="1535908" y="5983782"/>
            <a:ext cx="7198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Ojo : cuando se deje consultas para biblioteca , estas se tendrán en cuenta como nota apreciativa </a:t>
            </a:r>
          </a:p>
        </p:txBody>
      </p:sp>
    </p:spTree>
    <p:extLst>
      <p:ext uri="{BB962C8B-B14F-4D97-AF65-F5344CB8AC3E}">
        <p14:creationId xmlns:p14="http://schemas.microsoft.com/office/powerpoint/2010/main" val="4161016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7982</TotalTime>
  <Words>478</Words>
  <Application>Microsoft Office PowerPoint</Application>
  <PresentationFormat>Presentación en pantalla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Corbel</vt:lpstr>
      <vt:lpstr>Parallax</vt:lpstr>
      <vt:lpstr>      INGENIERÍA ECONÓMICA</vt:lpstr>
      <vt:lpstr>Presentación de PowerPoint</vt:lpstr>
      <vt:lpstr>Objetivo General </vt:lpstr>
      <vt:lpstr>Objetivos Especificos </vt:lpstr>
      <vt:lpstr>Presentación de PowerPoint</vt:lpstr>
      <vt:lpstr>CRITERIOS DE EVALUACIÓN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Fernando</dc:creator>
  <cp:lastModifiedBy>Nubia Marcela  Díaz Cortés</cp:lastModifiedBy>
  <cp:revision>174</cp:revision>
  <dcterms:created xsi:type="dcterms:W3CDTF">2014-07-01T15:22:27Z</dcterms:created>
  <dcterms:modified xsi:type="dcterms:W3CDTF">2026-02-02T21:50:03Z</dcterms:modified>
</cp:coreProperties>
</file>